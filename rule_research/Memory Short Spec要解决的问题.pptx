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7" autoAdjust="0"/>
    <p:restoredTop sz="95900" autoAdjust="0"/>
  </p:normalViewPr>
  <p:slideViewPr>
    <p:cSldViewPr snapToGrid="0">
      <p:cViewPr varScale="1">
        <p:scale>
          <a:sx n="83" d="100"/>
          <a:sy n="83" d="100"/>
        </p:scale>
        <p:origin x="72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506D9E-DAA1-019F-44E4-4369B6D3A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9F8AD6-3AF2-14FF-A324-7AF2B5170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BA09FB-DE19-002F-14F9-DE7319072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A63E-0A52-4C57-B811-DBAB392D96E8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7917B6-E661-1CCA-00CA-E308D6CF1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9A209A-B23E-E9B8-221E-D8E82B8F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7A75-29E6-4CA2-A776-D098BE7BB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79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6AFC5-A727-6CE2-EB0F-8675AEFCC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2310E6-AF8A-5244-A1D2-EFB299443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B42546-4DCB-AFFD-870B-28C08D38C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A63E-0A52-4C57-B811-DBAB392D96E8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6EA17D-6AEC-7FEA-6A4F-6B9FE8F06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1A451B-8151-C1AE-E4A8-3A2A00B00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7A75-29E6-4CA2-A776-D098BE7BB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879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8B9D9E-C370-E7A0-751E-D294EF7E6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0B2A15-3F45-EE4A-4D54-ABC694CBD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FA2FE9-5D49-5963-5B60-10DD8F23F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A63E-0A52-4C57-B811-DBAB392D96E8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047B68-5C78-77D1-6B1A-9A5814368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43BDC7-3380-544F-DFF6-EB19D89D1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7A75-29E6-4CA2-A776-D098BE7BB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25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17630-D6FE-2DDF-3B0B-76269C226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8272FF-EB65-6C25-AEE1-751850C2F0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7F5796-5807-9D53-8F49-ABBF79F54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4D5C8B-C950-7116-4019-359C713F4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A63E-0A52-4C57-B811-DBAB392D96E8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F74231-1114-E2F8-BC5C-BFB07458B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099365-B5F9-94AA-AC09-447B12680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7A75-29E6-4CA2-A776-D098BE7BB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3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10E4AC-C228-4069-2036-52B215B0A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B98F39-BC05-F464-5849-7BD82371A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809DFE-2B31-31D8-C420-86C7BB6F6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8B7A69D-67F4-39A9-47FA-27A074178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593858-50FE-852D-F7A3-A0A80BBFD8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6DF8475-D270-75F5-CCC3-91A78906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A63E-0A52-4C57-B811-DBAB392D96E8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BC1F09F-6064-8D1A-CB9F-6B1A437B8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AE68F75-0ED6-072B-DB58-C7E577177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7A75-29E6-4CA2-A776-D098BE7BB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436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8A760-E70E-2831-031B-AF8BDB2D3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43890F-F96C-D037-D983-291934CC0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A63E-0A52-4C57-B811-DBAB392D96E8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858F5F-DE26-806C-0D65-B35D0AE1D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3B0FB3-0140-82F1-D6F8-07685BF27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7A75-29E6-4CA2-A776-D098BE7BB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95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21311C-8FDF-1954-EBBD-21224652B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A63E-0A52-4C57-B811-DBAB392D96E8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31EBEB5-509D-4ED3-A152-05740C672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D5F92E-F9B6-09E0-1757-4D4BC97E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7A75-29E6-4CA2-A776-D098BE7BB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435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66A37C-D32C-34B2-7C3C-15185DDC3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72D417-EA64-F24F-150E-31D4DE000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6F50E3-5A23-0F8E-C2CF-7BBFACA9F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09EE45-C008-3D8A-6452-6B2F793F3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A63E-0A52-4C57-B811-DBAB392D96E8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AD3F87-A262-E65B-B470-8168ECFCB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A3C8D4-D616-E959-88C1-44430768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7A75-29E6-4CA2-A776-D098BE7BB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46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D68CCA-FED4-4FBD-3BCC-7A90EB89B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30B48BD-CD90-9A6C-8A9D-7487DA1C24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DFB68A-C099-68E2-DC1B-049FBA16E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454FE7-566B-FAFA-E907-49368D3B9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A63E-0A52-4C57-B811-DBAB392D96E8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FAE1C6-EAA2-C74E-8060-056C8D28C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4498E1-48BB-09FE-A256-05A6ED36A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7A75-29E6-4CA2-A776-D098BE7BB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32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37C5F3-A7B3-CEC2-B8C4-8E643955B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EA3837-4307-798A-53B4-158D121BD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9D8595-C9F7-7DDF-F5A4-180DE255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A63E-0A52-4C57-B811-DBAB392D96E8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DBEB11-28FA-8AE1-79A3-711D76943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1644E3-55BF-7035-060F-ED961CA5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7A75-29E6-4CA2-A776-D098BE7BB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6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8D1926-CFF9-07A3-6EF0-29B50E3A5C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00FE6E-36FD-97BC-9E80-0D2FC3806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D3CDCB-3B3A-8E23-AA64-38479A2CB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A63E-0A52-4C57-B811-DBAB392D96E8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037C0A-D47E-F2A7-9BF1-6012F96EE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EAE620-6979-728A-ADC1-9BC5B344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7A75-29E6-4CA2-A776-D098BE7BB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6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60EDC9A-5110-687C-E7D6-60CF0070C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260F73-B994-D39B-F1D6-37E12441D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38ACE6-F819-C565-A4DE-609138C93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93A63E-0A52-4C57-B811-DBAB392D96E8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5AD033-30B9-5C5F-CD75-D8C007EB4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728691-6ABE-194B-672E-BB3856253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B37A75-29E6-4CA2-A776-D098BE7BB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13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7A2E8-F8D2-9A43-A8CB-2C4C5EC2A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Short Spec</a:t>
            </a:r>
            <a:r>
              <a:rPr lang="zh-CN" altLang="en-US" dirty="0"/>
              <a:t>要解决的问题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55C3FE-7698-2E11-5351-86D3930F8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产品间</a:t>
            </a:r>
            <a:r>
              <a:rPr lang="en-US" altLang="zh-CN" dirty="0"/>
              <a:t>PSREF Spec</a:t>
            </a:r>
            <a:r>
              <a:rPr lang="zh-CN" altLang="en-US" dirty="0"/>
              <a:t>创作逻辑差异较大</a:t>
            </a:r>
            <a:endParaRPr lang="en-US" altLang="zh-CN" dirty="0"/>
          </a:p>
          <a:p>
            <a:pPr lvl="1"/>
            <a:r>
              <a:rPr lang="en-US" dirty="0"/>
              <a:t>Soldered, slots, Soldered + slots, </a:t>
            </a:r>
            <a:r>
              <a:rPr lang="zh-CN" altLang="en-US" dirty="0"/>
              <a:t>多种</a:t>
            </a:r>
            <a:r>
              <a:rPr lang="en-US" altLang="zh-CN" dirty="0"/>
              <a:t>type</a:t>
            </a:r>
            <a:r>
              <a:rPr lang="zh-CN" altLang="en-US" dirty="0"/>
              <a:t>的</a:t>
            </a:r>
            <a:r>
              <a:rPr lang="en-US" dirty="0"/>
              <a:t>Soldered </a:t>
            </a:r>
            <a:endParaRPr lang="en-US" altLang="zh-CN" dirty="0"/>
          </a:p>
          <a:p>
            <a:r>
              <a:rPr lang="en-US" altLang="zh-CN" dirty="0"/>
              <a:t>PSREF Spec </a:t>
            </a:r>
            <a:r>
              <a:rPr lang="zh-CN" altLang="en-US" dirty="0"/>
              <a:t>的信息量无法覆盖 </a:t>
            </a:r>
            <a:r>
              <a:rPr lang="en-US" altLang="zh-CN" dirty="0"/>
              <a:t>Short Spec</a:t>
            </a:r>
          </a:p>
          <a:p>
            <a:pPr lvl="1"/>
            <a:r>
              <a:rPr lang="en-US" altLang="zh-CN" dirty="0"/>
              <a:t>Memory Type </a:t>
            </a:r>
            <a:r>
              <a:rPr lang="zh-CN" altLang="en-US" dirty="0"/>
              <a:t>与</a:t>
            </a:r>
            <a:r>
              <a:rPr lang="en-US" altLang="zh-CN" dirty="0"/>
              <a:t>Max Memory</a:t>
            </a:r>
            <a:r>
              <a:rPr lang="zh-CN" altLang="en-US" dirty="0"/>
              <a:t>彼此独立</a:t>
            </a:r>
            <a:r>
              <a:rPr lang="en-US" altLang="zh-CN" dirty="0"/>
              <a:t>, </a:t>
            </a:r>
            <a:r>
              <a:rPr lang="zh-CN" altLang="en-US" dirty="0"/>
              <a:t>没有对应关系</a:t>
            </a:r>
            <a:endParaRPr lang="en-US" altLang="zh-CN" dirty="0"/>
          </a:p>
          <a:p>
            <a:r>
              <a:rPr lang="zh-CN" altLang="en-US" dirty="0"/>
              <a:t>降速</a:t>
            </a:r>
            <a:r>
              <a:rPr lang="en-US" altLang="zh-CN" dirty="0"/>
              <a:t>Note</a:t>
            </a:r>
            <a:r>
              <a:rPr lang="zh-CN" altLang="en-US" dirty="0"/>
              <a:t>缺失问题</a:t>
            </a:r>
            <a:endParaRPr lang="en-US" altLang="zh-CN" dirty="0"/>
          </a:p>
          <a:p>
            <a:r>
              <a:rPr lang="zh-CN" altLang="en-US" dirty="0"/>
              <a:t>有些问题同时存在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923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8D4D1A4-1763-79A1-7985-5F8BA6142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80" y="480060"/>
            <a:ext cx="4309511" cy="2571307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9C2C084-8F27-62BE-C0C7-FD0ACFE7F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116" y="633999"/>
            <a:ext cx="3923587" cy="2009384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360B3D1-61DC-43A9-416A-8AC631D27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80" y="3152553"/>
            <a:ext cx="4505325" cy="3124200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D88ED31-923E-E523-3369-664DDDA7B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878" y="3981228"/>
            <a:ext cx="3933825" cy="1466850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19" name="箭头: 右 18">
            <a:extLst>
              <a:ext uri="{FF2B5EF4-FFF2-40B4-BE49-F238E27FC236}">
                <a16:creationId xmlns:a16="http://schemas.microsoft.com/office/drawing/2014/main" id="{37E956C6-DFB9-9574-4BE8-FC57FE20999D}"/>
              </a:ext>
            </a:extLst>
          </p:cNvPr>
          <p:cNvSpPr/>
          <p:nvPr/>
        </p:nvSpPr>
        <p:spPr>
          <a:xfrm>
            <a:off x="5486400" y="1403927"/>
            <a:ext cx="1256145" cy="38792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8144E145-8F96-B4C5-9DF3-A134E034FF35}"/>
              </a:ext>
            </a:extLst>
          </p:cNvPr>
          <p:cNvSpPr/>
          <p:nvPr/>
        </p:nvSpPr>
        <p:spPr>
          <a:xfrm>
            <a:off x="5517866" y="4572000"/>
            <a:ext cx="1256145" cy="387928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492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D99E32-576C-7411-5F43-46DF92EB6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103EB1-FCC4-7C5D-A6D2-1E2E27B26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拆分为三种情况</a:t>
            </a:r>
            <a:endParaRPr lang="en-US" altLang="zh-CN" dirty="0"/>
          </a:p>
          <a:p>
            <a:pPr lvl="1"/>
            <a:r>
              <a:rPr lang="zh-CN" altLang="en-US" dirty="0"/>
              <a:t>纯</a:t>
            </a:r>
            <a:r>
              <a:rPr lang="en-US" dirty="0"/>
              <a:t>soldered</a:t>
            </a:r>
          </a:p>
          <a:p>
            <a:pPr lvl="2"/>
            <a:r>
              <a:rPr lang="zh-CN" altLang="en-US" dirty="0"/>
              <a:t>输出为</a:t>
            </a:r>
            <a:r>
              <a:rPr lang="en-US" altLang="zh-CN" dirty="0"/>
              <a:t>Max Memory with max memory speed</a:t>
            </a:r>
          </a:p>
          <a:p>
            <a:pPr lvl="2"/>
            <a:r>
              <a:rPr lang="zh-CN" altLang="en-US" dirty="0"/>
              <a:t>输出为</a:t>
            </a:r>
            <a:r>
              <a:rPr lang="en-US" altLang="zh-CN" dirty="0"/>
              <a:t>Max Memory + max memory speed (</a:t>
            </a:r>
            <a:r>
              <a:rPr lang="zh-CN" altLang="en-US" dirty="0"/>
              <a:t>取值来自</a:t>
            </a:r>
            <a:r>
              <a:rPr lang="en-US" altLang="zh-CN" dirty="0"/>
              <a:t>Memory Type)</a:t>
            </a:r>
          </a:p>
          <a:p>
            <a:pPr lvl="1"/>
            <a:r>
              <a:rPr lang="zh-CN" altLang="en-US" dirty="0"/>
              <a:t>纯</a:t>
            </a:r>
            <a:r>
              <a:rPr lang="en-US" altLang="zh-CN" dirty="0"/>
              <a:t>slots</a:t>
            </a:r>
          </a:p>
          <a:p>
            <a:pPr lvl="2"/>
            <a:r>
              <a:rPr lang="zh-CN" altLang="en-US" dirty="0"/>
              <a:t>输出为</a:t>
            </a:r>
            <a:r>
              <a:rPr lang="en-US" altLang="zh-CN" dirty="0"/>
              <a:t>Slots + Max Memory </a:t>
            </a:r>
          </a:p>
          <a:p>
            <a:pPr lvl="1"/>
            <a:r>
              <a:rPr lang="en-US" dirty="0"/>
              <a:t>Slots + soldered</a:t>
            </a:r>
          </a:p>
          <a:p>
            <a:pPr lvl="2"/>
            <a:r>
              <a:rPr lang="zh-CN" altLang="en-US" dirty="0"/>
              <a:t>输出为</a:t>
            </a:r>
            <a:endParaRPr lang="en-US" altLang="zh-CN" dirty="0"/>
          </a:p>
          <a:p>
            <a:pPr lvl="3"/>
            <a:r>
              <a:rPr lang="en-US" altLang="zh-CN" dirty="0"/>
              <a:t>Max Memory + Memory Type</a:t>
            </a:r>
          </a:p>
          <a:p>
            <a:pPr lvl="3"/>
            <a:r>
              <a:rPr lang="en-US" altLang="zh-CN" dirty="0"/>
              <a:t>Slots + Max Memory 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720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3CB461-CC27-E710-BDE8-77C01A535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多种</a:t>
            </a:r>
            <a:r>
              <a:rPr lang="en-US" altLang="zh-CN" dirty="0"/>
              <a:t>type</a:t>
            </a:r>
            <a:r>
              <a:rPr lang="zh-CN" altLang="en-US" dirty="0"/>
              <a:t>的</a:t>
            </a:r>
            <a:r>
              <a:rPr lang="en-US" dirty="0"/>
              <a:t>Soldered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1A9D4A-8079-0A20-45A8-799E2821E094}"/>
              </a:ext>
            </a:extLst>
          </p:cNvPr>
          <p:cNvSpPr txBox="1"/>
          <p:nvPr/>
        </p:nvSpPr>
        <p:spPr>
          <a:xfrm>
            <a:off x="646546" y="3907552"/>
            <a:ext cx="108989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Max Memory </a:t>
            </a:r>
            <a:r>
              <a:rPr lang="zh-CN" altLang="en-US" dirty="0"/>
              <a:t>没写速度</a:t>
            </a:r>
            <a:r>
              <a:rPr lang="en-US" altLang="zh-CN" dirty="0"/>
              <a:t>, Memory Speed</a:t>
            </a:r>
            <a:r>
              <a:rPr lang="zh-CN" altLang="en-US" dirty="0"/>
              <a:t>作为独立项目输出</a:t>
            </a:r>
            <a:r>
              <a:rPr lang="en-US" altLang="zh-CN" dirty="0"/>
              <a:t>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 to 64GB soldered memory, not upgradable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native speed up to LPDDR5X-9600</a:t>
            </a:r>
          </a:p>
          <a:p>
            <a:endParaRPr lang="en-US" dirty="0"/>
          </a:p>
          <a:p>
            <a:r>
              <a:rPr lang="en-US" altLang="zh-CN" dirty="0"/>
              <a:t>Max Memory </a:t>
            </a:r>
            <a:r>
              <a:rPr lang="zh-CN" altLang="en-US" dirty="0"/>
              <a:t>写速度了</a:t>
            </a:r>
            <a:r>
              <a:rPr lang="en-US" altLang="zh-CN" dirty="0"/>
              <a:t>, Memory Speed</a:t>
            </a:r>
            <a:r>
              <a:rPr lang="zh-CN" altLang="en-US" dirty="0"/>
              <a:t>不再作为独立项目输出</a:t>
            </a:r>
            <a:r>
              <a:rPr lang="en-US" altLang="zh-CN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 to 64GB LPDDR5X-9600 soldered memory, not upgradable </a:t>
            </a:r>
          </a:p>
          <a:p>
            <a:endParaRPr lang="en-US" dirty="0"/>
          </a:p>
          <a:p>
            <a:r>
              <a:rPr lang="zh-CN" altLang="en-US" dirty="0"/>
              <a:t>最后输出</a:t>
            </a:r>
            <a:r>
              <a:rPr lang="en-US" altLang="zh-CN" dirty="0"/>
              <a:t>Note, </a:t>
            </a:r>
            <a:r>
              <a:rPr lang="zh-CN" altLang="en-US" dirty="0"/>
              <a:t>作为提醒</a:t>
            </a:r>
            <a:endParaRPr lang="en-US" dirty="0"/>
          </a:p>
          <a:p>
            <a:r>
              <a:rPr lang="en-US" i="1" dirty="0"/>
              <a:t> Note: Installed memory is 16GB LPDDR5X-8533, 32GB LPDDR5X-8533 or 64GB LPDDR5X-9600 but may runs at lower frequency due to platform limitation.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34C6B75-539D-D792-7C8B-E8BDA6895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363" y="1261626"/>
            <a:ext cx="4000500" cy="159067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10393C8-BA47-BFB2-2EFF-86885F1EF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61626"/>
            <a:ext cx="39814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51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F95A0-CAC4-E06C-7CE3-C368F82FA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047C1-9BEA-F40D-57A9-77CE525B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Soldered + Slots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5EB97A-3338-2DD8-9293-D07BA2384A1F}"/>
              </a:ext>
            </a:extLst>
          </p:cNvPr>
          <p:cNvSpPr txBox="1"/>
          <p:nvPr/>
        </p:nvSpPr>
        <p:spPr>
          <a:xfrm>
            <a:off x="720437" y="4262874"/>
            <a:ext cx="108989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 to 64GB soldered memory, not upgradable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native speed up to LPDDR5X-9600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i="1" dirty="0"/>
              <a:t>  Note Installed memory is 16GB LPDDR5X-8533, 32GB LPDDR5X-8533 or 64GB LPDDR5X-9600 but may runs at lower frequency </a:t>
            </a:r>
            <a:r>
              <a:rPr lang="en-US" i="1" dirty="0" err="1"/>
              <a:t>dueto</a:t>
            </a:r>
            <a:r>
              <a:rPr lang="en-US" i="1" dirty="0"/>
              <a:t> platform limitation.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2D66561-3D9B-62ED-F0AB-ED25099A3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363" y="1261626"/>
            <a:ext cx="4000500" cy="159067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C2A34AC-043C-185F-A02E-35F70C830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61626"/>
            <a:ext cx="39814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3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232</Words>
  <Application>Microsoft Office PowerPoint</Application>
  <PresentationFormat>宽屏</PresentationFormat>
  <Paragraphs>33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主题​​</vt:lpstr>
      <vt:lpstr>Memory Short Spec要解决的问题</vt:lpstr>
      <vt:lpstr>PowerPoint 演示文稿</vt:lpstr>
      <vt:lpstr>解题思路</vt:lpstr>
      <vt:lpstr>多种type的Soldered</vt:lpstr>
      <vt:lpstr>Soldered + Slots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Linus Hou | 侯宇峰</dc:creator>
  <cp:lastModifiedBy>Linus Hou | 侯宇峰</cp:lastModifiedBy>
  <cp:revision>1</cp:revision>
  <dcterms:created xsi:type="dcterms:W3CDTF">2026-07-06T02:42:31Z</dcterms:created>
  <dcterms:modified xsi:type="dcterms:W3CDTF">2026-07-06T08:55:22Z</dcterms:modified>
</cp:coreProperties>
</file>